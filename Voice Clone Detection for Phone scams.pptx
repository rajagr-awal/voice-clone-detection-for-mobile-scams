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69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INNOVATE / CREATE</a:t>
            </a:r>
            <a:endParaRPr lang="en-US" sz="1200" dirty="0"/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U5R4QDJ7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 Detection for Phone scams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Forensics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VOICESHIELD: LIVE VOICE DEFENSE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clones now bypass voice authentication, support lines and executive approvals.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call centers, enterprises, and seniors and families targeted by vishing are hit hardest.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forensics relies on static, post-call file uploads and returns only a binary real/fake verdict.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happen live, so a verdict that arrives after the call is too late.</a:t>
            </a:r>
            <a:endParaRPr lang="en-US" sz="1400" dirty="0"/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VoiceShield analyzes live mic or streamed audio over WebSocket in real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localizes fake audio to exact 0.5 s segments with per-segment spoof scores.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outputs a verdict, confidence, acoustic biomarkers and a dynamic scam-risk score.</a:t>
            </a:r>
            <a:endParaRPr lang="en-US" sz="1400" dirty="0"/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pic>
        <p:nvPicPr>
          <p:cNvPr id="90" name="VoiceShield waveform" descr="Waveform split into real speech (0 to 1 s) and synthetic speech with scam-risk spike (1 to 2 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035" y="4709160"/>
            <a:ext cx="4109033" cy="1325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Arch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MediaRecorder / Web Audio API in the browser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React frontend (api.ts) sends audio over WebSocket /ws/stream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FastAPI backend and audio pipeline extract acoustic features (pitch jitter, spectral flux)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Analyze: anti-spoofing model returns verdict, scam risk and 0.5 s segment scores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Neutralize: live dashboard updates with a real-time risk meter</a:t>
            </a:r>
            <a:endParaRPr lang="en-US" sz="1400" dirty="0"/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3.12+, FastAPI, TypeScript, React, Vite, Tailwind 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GPU; optional CPU with Torch, Torchaudio, Transformers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APIs with Swagger UI (/docs)</a:t>
            </a:r>
            <a:endParaRPr lang="en-US" sz="1400" dirty="0"/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streaming, not static file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fake audio to exact 0.5 s segments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Scam-risk score beyond a binary real/fake verdict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with a safe fallback; GPU optional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Recording panel: record, pause, stop, stream over WebSocket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Dashboard: verdict, confidence score and scam-risk meter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Feed: immutable, timestamped logs of past analyses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keyboard navigable, high contrast, responsive</a:t>
            </a:r>
            <a:endParaRPr lang="en-US" sz="1400" dirty="0"/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live or stream an audio file</a:t>
            </a:r>
            <a:endParaRPr lang="en-US" sz="1400" dirty="0"/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extract features, score 0.5 s segments</a:t>
            </a:r>
            <a:endParaRPr lang="en-US" sz="1400" dirty="0"/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verdict, confidence, scam risk</a:t>
            </a:r>
            <a:endParaRPr lang="en-US" sz="1400" dirty="0"/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tells you if a voice is real, how sure we are, and how risky the call is.</a:t>
            </a:r>
            <a:endParaRPr lang="en-US" sz="1400" dirty="0"/>
          </a:p>
        </p:txBody>
      </p:sp>
      <p:pic>
        <p:nvPicPr>
          <p:cNvPr id="91" name="VoiceShield dashboard" descr="VoiceShield dashboard with live recording panel, scam-risk meter and activity f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805" y="4206240"/>
            <a:ext cx="2842293" cy="1645920"/>
          </a:xfrm>
          <a:prstGeom prst="rect">
            <a:avLst/>
          </a:prstGeom>
          <a:ln w="12700">
            <a:solidFill>
              <a:srgbClr val="1E5BFF"/>
            </a:solidFill>
          </a:ln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ready: FastAPI backend and Vite + React frontend start in two commands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Node 20+ and Python 3.12+; no GPU required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code: API routes, audio pipeline, feature extraction and model are separate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Torch-based model is optional; a safe stub fallback keeps the server up</a:t>
            </a:r>
            <a:endParaRPr lang="en-US" sz="1400" dirty="0"/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 is minimal: open-source stack that runs on CPU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cost grows with GPU compute and API call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tiered SaaS API, then enterprise licensing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UI can be served from a CDN</a:t>
            </a:r>
            <a:endParaRPr lang="en-US" sz="1400" dirty="0"/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FastAPI service with a static React UI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CPU fallback is less accurate than the full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enable the Torch model where GPUs are 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clone quality keeps evolving; benchmark scripts support re-testing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voice-scam fraud and protects seniors and businesses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trust in digital support lines</a:t>
            </a:r>
            <a:endParaRPr lang="en-US" sz="1400" dirty="0"/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Software-only, CPU-friendly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costly, energy-heavy forensic labs</a:t>
            </a:r>
            <a:endParaRPr lang="en-US" sz="1400" dirty="0"/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analysis with 0.5 s segment localization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modular code</a:t>
            </a:r>
            <a:endParaRPr lang="en-US" sz="1400" dirty="0"/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toolkit that teaches audio biomarkers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security demos via Swagger (/docs)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banks and call centers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telecom and fintech authentication platforms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fraud units, verification teams, newsrooms, privacy-minded individuals</a:t>
            </a:r>
            <a:endParaRPr lang="en-US" sz="1400" dirty="0"/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free open-source prototype on GitHub to validate accuracy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pilot SaaS API, tiered by API call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enterprise licensing with on-premise installs, API SLAs and dedicated instances</a:t>
            </a:r>
            <a:endParaRPr lang="en-US" sz="1400" dirty="0"/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telecom and fintech platforms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 multilingual audio and mobile SDK integrations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builds trust and transparency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 |  U5R4QDJ7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repository: github.com/sumitsingh6359069/ai-voice-clone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 documentation: FastAPI, React, Vite, Tailwind CSS, TypeScript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ML libraries: PyTorch, Torchaudio, Hugging Face Transformers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biomarkers used for detection: pitch jitter, spectral flux, per-0.5 s spoof scores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studied: legacy batch forensics (static upload, binary real/fake verdict)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NULL  |  U5R4QDJ7</a:t>
            </a:r>
            <a:endParaRPr lang="en-IN" sz="1600" dirty="0">
              <a:effectLst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AN / IMPACT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852</Words>
  <Application>Microsoft Office PowerPoint</Application>
  <PresentationFormat>Widescreen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Hypnexis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vaibhav pachori</cp:lastModifiedBy>
  <cp:revision>4</cp:revision>
  <dcterms:created xsi:type="dcterms:W3CDTF">2026-10-24T10:35:26Z</dcterms:created>
  <dcterms:modified xsi:type="dcterms:W3CDTF">2026-10-24T22:22:18Z</dcterms:modified>
</cp:coreProperties>
</file>